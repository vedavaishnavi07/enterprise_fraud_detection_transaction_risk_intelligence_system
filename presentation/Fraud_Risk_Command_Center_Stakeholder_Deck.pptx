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Risk Command Center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deck (Big4-style): problem → build → insights → actions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2860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2860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23.42%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463040"/>
            <a:ext cx="246888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92.78M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loss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146304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77824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threshold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Governed SQL warehouse (staging → curated → marts)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QC + cleaning (production-style rules and versioning)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engineering aligned to fraud behavior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Modeling + scoring with explainability drivers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4-page Power BI command center for exec + 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 (how it’s used)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0" y="31546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Exec: track loss, rate, and concentration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Ops: prioritize high-risk queue with reason codes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Analytics: understand drivers (geo/device/category/channel)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Monitoring: threshold story + drift proxy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success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fraud early, reduce loss exposure, and run an efficient investigation queue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questions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is fraud concentrated (region/category/channel)?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patterns precede fraud (velocity, anomaly, switching)?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well does the model separate fraud vs genuine?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threshold balances precision vs recall for ops capacity?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KPIs used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Fraud loss and fraud rate trends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PR-AUC (primary) and ROC-AUC (secondary)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Precision / Recall / F1 at operating threshold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band mix and fraud capture by tier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coverage and label distribution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65176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65176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1,171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txns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65176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3,829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Genuine txns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22860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41832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(post-QC)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Dimensions used for analysis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(age, account_age_days, previous_fraud_flag)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Geo (customer_region, is_international)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 (merchant_id, merchant_category)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Device (device_id, device_type, ip_address)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Channel (channel, payment_method)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(transaction_datetime + derived date/hour features)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&amp;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applied to standardize data like a production analytics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Invalid timestamps → coerce to datetime; remove invalid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Amounts ≤ 0 → remove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 outside 18–100 → set to null (or filter depending on policy)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 transaction_id → keep latest by transaction_datetime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87452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clean_transactions_v1.csv (versioned export)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QC report: counts before/after per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Conformed dimensions for consistent slicing in Power BI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aligned with fraud behavior: velocity, anomaly, risk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buckets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behavior: txn_count_1h/24h, avg_amount_7d, max_amount_24h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Transaction context: txn_hour, day-of-week, weekend flag, channel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 risk: merchant_fraud_rate (history-based)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Device/geo: switch flags and international indicator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Velocity: time_since_last_txn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87452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Fraud often spikes with rapid bursts and abnormal amounts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Switching device/location is a strong takeover signal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Merchant/category concentration reveals systemic attack vectors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&amp; thresholding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correctly under imbalance; pick an operating point for ops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83464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0.7256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ROC-AUC (scaled)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463040"/>
            <a:ext cx="283464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0.5685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0233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PR-AUC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463040"/>
            <a:ext cx="256032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0.7002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ROC-AUC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84080" y="1463040"/>
            <a:ext cx="22860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0.5588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96696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PR-AUC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decision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F1 tuning to select threshold ≈ 0.59 (balances precision/recall for review capacity).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 columns: fraud_probability, risk_band (Low/Medium/High), reason codes (top drivers).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(production-style)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Excel/CSV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92024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Server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2560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Server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curated dims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09760" y="192024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Server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marts fact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384048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QC + Cleaning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3840480"/>
            <a:ext cx="3017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 + Model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384048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3977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24231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242316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242316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37760" y="2926080"/>
            <a:ext cx="-146304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37760" y="2926080"/>
            <a:ext cx="146304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4846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fields: ingestion_dt, source_system, load_batch_id, record_hash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— Executive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loss, fraud rate, concentration and time trends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6" name="Image 0" descr="/mnt/data/Screenshot 2026-02-27 1953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510" y="1188720"/>
            <a:ext cx="1008667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— Fraud Ops Workbench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queue with risk bands and review volumes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6" name="Image 0" descr="/mnt/data/Screenshot 2026-02-27 1954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68" y="1188720"/>
            <a:ext cx="111107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— Pattern &amp; Driver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Heatmap, switching patterns, anomalies, and feature importance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6" name="Image 0" descr="/mnt/data/Screenshot 2026-02-27 1954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916" y="1188720"/>
            <a:ext cx="1012586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— Model Monitoring &amp;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story, calibration, and drift proxy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0B1220"/>
          </a:solidFill>
          <a:ln/>
        </p:spPr>
      </p:sp>
      <p:pic>
        <p:nvPicPr>
          <p:cNvPr id="6" name="Image 0" descr="/mnt/data/Screenshot 2026-02-27 1954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394" y="1188720"/>
            <a:ext cx="1013690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&amp;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next to reduce loss and scale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actions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Queue strategy: review High first; sample Medium; monitor 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Alerts: spikes in fraud loss, geo switch rate, and international concentration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Rules: previous_fraud_flag + international + high amount; anomaly vs avg_amount_7d; velocity bursts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phase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87452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Out-of-time validation + drift metrics (PSI/KS)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SHAP-based reason codes (XGBoost) for better explainability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Automation: scheduled refresh + pipeline orchestration (ADF/Airflow)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Veda Vaishnavi</dc:creator>
  <cp:lastModifiedBy>Veda Vaishnavi</cp:lastModifiedBy>
  <cp:revision>1</cp:revision>
  <dcterms:created xsi:type="dcterms:W3CDTF">2026-02-27T14:56:51Z</dcterms:created>
  <dcterms:modified xsi:type="dcterms:W3CDTF">2026-02-27T14:56:51Z</dcterms:modified>
</cp:coreProperties>
</file>